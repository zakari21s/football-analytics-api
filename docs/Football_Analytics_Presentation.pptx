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D3BD"/>
    <a:srgbClr val="0E1117"/>
    <a:srgbClr val="0F151D"/>
    <a:srgbClr val="0D121A"/>
    <a:srgbClr val="0B0E15"/>
    <a:srgbClr val="0C10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629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586B31-7718-3021-19A2-3E22EDA2B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AFA100-F39F-C9B7-3863-DAD6FAACF854}"/>
              </a:ext>
            </a:extLst>
          </p:cNvPr>
          <p:cNvSpPr/>
          <p:nvPr/>
        </p:nvSpPr>
        <p:spPr>
          <a:xfrm>
            <a:off x="262394" y="5796501"/>
            <a:ext cx="5971430" cy="1060217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155D0-DDE2-6762-56F1-2C07950123A7}"/>
              </a:ext>
            </a:extLst>
          </p:cNvPr>
          <p:cNvSpPr txBox="1"/>
          <p:nvPr/>
        </p:nvSpPr>
        <p:spPr>
          <a:xfrm>
            <a:off x="260870" y="6049610"/>
            <a:ext cx="7850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i="1" dirty="0">
                <a:solidFill>
                  <a:srgbClr val="2DD3BD">
                    <a:alpha val="40000"/>
                  </a:srgbClr>
                </a:solidFill>
                <a:latin typeface="MARKER FELT THIN" panose="02000400000000000000" pitchFamily="2" charset="77"/>
                <a:cs typeface="Segoe UI Semibold" panose="020B0702040204020203" pitchFamily="34" charset="0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FD785-1247-844E-6889-67A6AF7A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0802C0-71F7-63CB-DFE9-4E48177186BE}"/>
              </a:ext>
            </a:extLst>
          </p:cNvPr>
          <p:cNvSpPr/>
          <p:nvPr/>
        </p:nvSpPr>
        <p:spPr>
          <a:xfrm>
            <a:off x="262394" y="5796501"/>
            <a:ext cx="6003234" cy="1060217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CE5ED-B476-9E40-A833-5ABF09D4EF6C}"/>
              </a:ext>
            </a:extLst>
          </p:cNvPr>
          <p:cNvSpPr txBox="1"/>
          <p:nvPr/>
        </p:nvSpPr>
        <p:spPr>
          <a:xfrm>
            <a:off x="260870" y="6049610"/>
            <a:ext cx="7850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i="1" dirty="0">
                <a:solidFill>
                  <a:srgbClr val="2DD3BD">
                    <a:alpha val="40000"/>
                  </a:srgbClr>
                </a:solidFill>
                <a:latin typeface="MARKER FELT THIN" panose="02000400000000000000" pitchFamily="2" charset="77"/>
                <a:cs typeface="Segoe UI Semibold" panose="020B0702040204020203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2741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9DAA8E-C11A-9D32-360C-2090320825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B0F8D51-FA5A-E74D-911C-6FF95651C47A}"/>
              </a:ext>
            </a:extLst>
          </p:cNvPr>
          <p:cNvSpPr/>
          <p:nvPr/>
        </p:nvSpPr>
        <p:spPr>
          <a:xfrm>
            <a:off x="323273" y="6234545"/>
            <a:ext cx="711200" cy="554182"/>
          </a:xfrm>
          <a:prstGeom prst="rect">
            <a:avLst/>
          </a:prstGeom>
          <a:solidFill>
            <a:srgbClr val="0D121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23ECEE-0347-8618-975C-58B0AF61D5ED}"/>
              </a:ext>
            </a:extLst>
          </p:cNvPr>
          <p:cNvSpPr txBox="1"/>
          <p:nvPr/>
        </p:nvSpPr>
        <p:spPr>
          <a:xfrm>
            <a:off x="260870" y="6049610"/>
            <a:ext cx="7850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i="1" dirty="0">
                <a:solidFill>
                  <a:srgbClr val="2DD3BD">
                    <a:alpha val="40000"/>
                  </a:srgbClr>
                </a:solidFill>
                <a:latin typeface="MARKER FELT THIN" panose="02000400000000000000" pitchFamily="2" charset="77"/>
                <a:cs typeface="Segoe UI Semibold" panose="020B0702040204020203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477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621397-8B63-C9E8-7293-52B93BD05B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E6F76-1221-1011-F9B8-E2E01317E93A}"/>
              </a:ext>
            </a:extLst>
          </p:cNvPr>
          <p:cNvSpPr/>
          <p:nvPr/>
        </p:nvSpPr>
        <p:spPr>
          <a:xfrm>
            <a:off x="262394" y="5796501"/>
            <a:ext cx="5971430" cy="1060217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BD1199-EAF8-52E9-95E8-1B2CFFD34B79}"/>
              </a:ext>
            </a:extLst>
          </p:cNvPr>
          <p:cNvSpPr txBox="1"/>
          <p:nvPr/>
        </p:nvSpPr>
        <p:spPr>
          <a:xfrm>
            <a:off x="260870" y="6049610"/>
            <a:ext cx="7850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i="1" dirty="0">
                <a:solidFill>
                  <a:srgbClr val="2DD3BD">
                    <a:alpha val="40000"/>
                  </a:srgbClr>
                </a:solidFill>
                <a:latin typeface="MARKER FELT THIN" panose="02000400000000000000" pitchFamily="2" charset="77"/>
                <a:cs typeface="Segoe UI Semibold" panose="020B0702040204020203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06255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15D31F-90A1-F047-A4AD-554A042AA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D2319F-A191-7349-62BB-82DF76D153DD}"/>
              </a:ext>
            </a:extLst>
          </p:cNvPr>
          <p:cNvSpPr/>
          <p:nvPr/>
        </p:nvSpPr>
        <p:spPr>
          <a:xfrm>
            <a:off x="286327" y="6188364"/>
            <a:ext cx="711200" cy="554181"/>
          </a:xfrm>
          <a:prstGeom prst="rect">
            <a:avLst/>
          </a:prstGeom>
          <a:solidFill>
            <a:srgbClr val="0D121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CCD424-5A2E-BAE5-63EF-1CED22A7D5F6}"/>
              </a:ext>
            </a:extLst>
          </p:cNvPr>
          <p:cNvSpPr txBox="1"/>
          <p:nvPr/>
        </p:nvSpPr>
        <p:spPr>
          <a:xfrm>
            <a:off x="260870" y="6049610"/>
            <a:ext cx="7850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i="1" dirty="0">
                <a:solidFill>
                  <a:srgbClr val="2DD3BD">
                    <a:alpha val="40000"/>
                  </a:srgbClr>
                </a:solidFill>
                <a:latin typeface="MARKER FELT THIN" panose="02000400000000000000" pitchFamily="2" charset="77"/>
                <a:cs typeface="Segoe UI Semibold" panose="020B0702040204020203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37647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2AAB4E-B3D9-B5B2-BE9B-03032830C7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6DAA14-91EC-F702-1C7D-9253263CA5A6}"/>
              </a:ext>
            </a:extLst>
          </p:cNvPr>
          <p:cNvSpPr/>
          <p:nvPr/>
        </p:nvSpPr>
        <p:spPr>
          <a:xfrm>
            <a:off x="314036" y="6188364"/>
            <a:ext cx="775855" cy="563418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A84D5D-093A-D666-BF61-3008743AFD85}"/>
              </a:ext>
            </a:extLst>
          </p:cNvPr>
          <p:cNvSpPr txBox="1"/>
          <p:nvPr/>
        </p:nvSpPr>
        <p:spPr>
          <a:xfrm>
            <a:off x="260870" y="6049610"/>
            <a:ext cx="7850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i="1" dirty="0">
                <a:solidFill>
                  <a:srgbClr val="2DD3BD">
                    <a:alpha val="40366"/>
                  </a:srgbClr>
                </a:solidFill>
                <a:latin typeface="MARKER FELT THIN" panose="02000400000000000000" pitchFamily="2" charset="77"/>
                <a:cs typeface="Segoe UI Semibold" panose="020B0702040204020203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36495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2AC26D-525F-8D30-FA3B-198FD030B3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D1759B-1E21-7F34-C1C0-07CC42BFF5C9}"/>
              </a:ext>
            </a:extLst>
          </p:cNvPr>
          <p:cNvSpPr/>
          <p:nvPr/>
        </p:nvSpPr>
        <p:spPr>
          <a:xfrm>
            <a:off x="277091" y="6049611"/>
            <a:ext cx="868218" cy="711408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C0232D-62F4-D31E-24AF-E419B9B7FAC1}"/>
              </a:ext>
            </a:extLst>
          </p:cNvPr>
          <p:cNvSpPr txBox="1"/>
          <p:nvPr/>
        </p:nvSpPr>
        <p:spPr>
          <a:xfrm>
            <a:off x="260870" y="6049610"/>
            <a:ext cx="7850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i="1" dirty="0">
                <a:solidFill>
                  <a:srgbClr val="2DD3BD">
                    <a:alpha val="40000"/>
                  </a:srgbClr>
                </a:solidFill>
                <a:latin typeface="MARKER FELT THIN" panose="02000400000000000000" pitchFamily="2" charset="77"/>
                <a:cs typeface="Segoe UI Semibold" panose="020B0702040204020203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0417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</Words>
  <Application>Microsoft Macintosh PowerPoint</Application>
  <PresentationFormat>Widescreen</PresentationFormat>
  <Paragraphs>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MARKER FELT THIN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Zakaria Slimani [sc23z2s]</cp:lastModifiedBy>
  <cp:revision>2</cp:revision>
  <dcterms:created xsi:type="dcterms:W3CDTF">2026-03-19T11:15:59Z</dcterms:created>
  <dcterms:modified xsi:type="dcterms:W3CDTF">2026-03-19T12:06:14Z</dcterms:modified>
</cp:coreProperties>
</file>